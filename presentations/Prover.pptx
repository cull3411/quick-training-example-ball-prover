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diagrams/layout8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0" r:id="rId3"/>
    <p:sldId id="261" r:id="rId4"/>
    <p:sldId id="256" r:id="rId5"/>
    <p:sldId id="257" r:id="rId6"/>
    <p:sldId id="258" r:id="rId7"/>
    <p:sldId id="259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AA0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4" autoAdjust="0"/>
    <p:restoredTop sz="96942" autoAdjust="0"/>
  </p:normalViewPr>
  <p:slideViewPr>
    <p:cSldViewPr>
      <p:cViewPr>
        <p:scale>
          <a:sx n="70" d="100"/>
          <a:sy n="70" d="100"/>
        </p:scale>
        <p:origin x="12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C62194-F0C5-4DFA-B4BC-CC05745057D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628B2C-9361-48DF-A020-307D3F8AD8AF}">
      <dgm:prSet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rtl="0"/>
          <a:r>
            <a:rPr lang="en-US" dirty="0" smtClean="0"/>
            <a:t>Basic concepts of Pipe Proving and Meter Factors</a:t>
          </a:r>
          <a:endParaRPr lang="en-US" dirty="0"/>
        </a:p>
      </dgm:t>
    </dgm:pt>
    <dgm:pt modelId="{C3DA7E46-97F1-4643-9F5B-DCA1D0DE387C}" type="parTrans" cxnId="{4EA9BE20-8F4A-4AC0-9136-CFC5E66D5543}">
      <dgm:prSet/>
      <dgm:spPr/>
      <dgm:t>
        <a:bodyPr/>
        <a:lstStyle/>
        <a:p>
          <a:endParaRPr lang="en-US"/>
        </a:p>
      </dgm:t>
    </dgm:pt>
    <dgm:pt modelId="{5013967D-B9E0-471D-B7BE-5CED6DF13CA2}" type="sibTrans" cxnId="{4EA9BE20-8F4A-4AC0-9136-CFC5E66D5543}">
      <dgm:prSet/>
      <dgm:spPr/>
      <dgm:t>
        <a:bodyPr/>
        <a:lstStyle/>
        <a:p>
          <a:endParaRPr lang="en-US"/>
        </a:p>
      </dgm:t>
    </dgm:pt>
    <dgm:pt modelId="{17F1C13F-6387-492F-BAB8-A999532A816F}" type="pres">
      <dgm:prSet presAssocID="{75C62194-F0C5-4DFA-B4BC-CC05745057D0}" presName="linear" presStyleCnt="0">
        <dgm:presLayoutVars>
          <dgm:animLvl val="lvl"/>
          <dgm:resizeHandles val="exact"/>
        </dgm:presLayoutVars>
      </dgm:prSet>
      <dgm:spPr/>
    </dgm:pt>
    <dgm:pt modelId="{DD189B6E-C50F-426E-BB2E-1770134DA38E}" type="pres">
      <dgm:prSet presAssocID="{AF628B2C-9361-48DF-A020-307D3F8AD8AF}" presName="parentText" presStyleLbl="node1" presStyleIdx="0" presStyleCnt="1" custLinFactY="-60091" custLinFactNeighborX="926" custLinFactNeighborY="-100000">
        <dgm:presLayoutVars>
          <dgm:chMax val="0"/>
          <dgm:bulletEnabled val="1"/>
        </dgm:presLayoutVars>
      </dgm:prSet>
      <dgm:spPr/>
    </dgm:pt>
  </dgm:ptLst>
  <dgm:cxnLst>
    <dgm:cxn modelId="{262212BC-046A-40F9-80D6-C47B735F749C}" type="presOf" srcId="{75C62194-F0C5-4DFA-B4BC-CC05745057D0}" destId="{17F1C13F-6387-492F-BAB8-A999532A816F}" srcOrd="0" destOrd="0" presId="urn:microsoft.com/office/officeart/2005/8/layout/vList2"/>
    <dgm:cxn modelId="{43919621-2D0C-4837-9C94-401CEBEF5DE8}" type="presOf" srcId="{AF628B2C-9361-48DF-A020-307D3F8AD8AF}" destId="{DD189B6E-C50F-426E-BB2E-1770134DA38E}" srcOrd="0" destOrd="0" presId="urn:microsoft.com/office/officeart/2005/8/layout/vList2"/>
    <dgm:cxn modelId="{4EA9BE20-8F4A-4AC0-9136-CFC5E66D5543}" srcId="{75C62194-F0C5-4DFA-B4BC-CC05745057D0}" destId="{AF628B2C-9361-48DF-A020-307D3F8AD8AF}" srcOrd="0" destOrd="0" parTransId="{C3DA7E46-97F1-4643-9F5B-DCA1D0DE387C}" sibTransId="{5013967D-B9E0-471D-B7BE-5CED6DF13CA2}"/>
    <dgm:cxn modelId="{07D93405-B17E-48A2-A3D0-38AEA60A9C90}" type="presParOf" srcId="{17F1C13F-6387-492F-BAB8-A999532A816F}" destId="{DD189B6E-C50F-426E-BB2E-1770134DA38E}" srcOrd="0" destOrd="0" presId="urn:microsoft.com/office/officeart/2005/8/layout/vList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9724B0-8758-437A-9F3E-FA55EFB9654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484367-F932-47FA-8B3F-66B871B4CD46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Proving the need to Prove</a:t>
          </a:r>
          <a:endParaRPr lang="en-US" dirty="0"/>
        </a:p>
      </dgm:t>
    </dgm:pt>
    <dgm:pt modelId="{BE5A9907-1F79-495A-AFF9-0B4E87CCC166}" type="parTrans" cxnId="{C3B4710E-C12F-482E-99AF-E836838736E6}">
      <dgm:prSet/>
      <dgm:spPr/>
      <dgm:t>
        <a:bodyPr/>
        <a:lstStyle/>
        <a:p>
          <a:endParaRPr lang="en-US"/>
        </a:p>
      </dgm:t>
    </dgm:pt>
    <dgm:pt modelId="{BD78C77F-57DB-408C-A294-2944C12D114F}" type="sibTrans" cxnId="{C3B4710E-C12F-482E-99AF-E836838736E6}">
      <dgm:prSet/>
      <dgm:spPr/>
      <dgm:t>
        <a:bodyPr/>
        <a:lstStyle/>
        <a:p>
          <a:endParaRPr lang="en-US"/>
        </a:p>
      </dgm:t>
    </dgm:pt>
    <dgm:pt modelId="{6FB3D111-B4DF-4C07-B5C9-79BEFF28897C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Pipe Proving operation</a:t>
          </a:r>
          <a:endParaRPr lang="en-US" dirty="0"/>
        </a:p>
      </dgm:t>
    </dgm:pt>
    <dgm:pt modelId="{43795163-D683-4709-854C-B830AB8653C2}" type="parTrans" cxnId="{C6D8EED1-A230-40A1-9F6F-324484DF60C4}">
      <dgm:prSet/>
      <dgm:spPr/>
      <dgm:t>
        <a:bodyPr/>
        <a:lstStyle/>
        <a:p>
          <a:endParaRPr lang="en-US"/>
        </a:p>
      </dgm:t>
    </dgm:pt>
    <dgm:pt modelId="{413559FD-47DE-4CAC-AA23-74566DEC1DB7}" type="sibTrans" cxnId="{C6D8EED1-A230-40A1-9F6F-324484DF60C4}">
      <dgm:prSet/>
      <dgm:spPr/>
      <dgm:t>
        <a:bodyPr/>
        <a:lstStyle/>
        <a:p>
          <a:endParaRPr lang="en-US"/>
        </a:p>
      </dgm:t>
    </dgm:pt>
    <dgm:pt modelId="{8CE30698-81CA-4595-B9E9-35C90427AFE4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Define Meter Factor</a:t>
          </a:r>
          <a:endParaRPr lang="en-US" dirty="0"/>
        </a:p>
      </dgm:t>
    </dgm:pt>
    <dgm:pt modelId="{C94E7FE1-6515-4374-B79F-7E033F174106}" type="parTrans" cxnId="{9DF1FAB9-AD86-4DF1-8769-A3BB39BCC5C9}">
      <dgm:prSet/>
      <dgm:spPr/>
      <dgm:t>
        <a:bodyPr/>
        <a:lstStyle/>
        <a:p>
          <a:endParaRPr lang="en-US"/>
        </a:p>
      </dgm:t>
    </dgm:pt>
    <dgm:pt modelId="{44DE2B9E-98F0-4B76-B215-41A5EDF92BE7}" type="sibTrans" cxnId="{9DF1FAB9-AD86-4DF1-8769-A3BB39BCC5C9}">
      <dgm:prSet/>
      <dgm:spPr/>
      <dgm:t>
        <a:bodyPr/>
        <a:lstStyle/>
        <a:p>
          <a:endParaRPr lang="en-US"/>
        </a:p>
      </dgm:t>
    </dgm:pt>
    <dgm:pt modelId="{9E9FF261-7B5A-4EF5-980D-7CF1BD7D9040}" type="pres">
      <dgm:prSet presAssocID="{299724B0-8758-437A-9F3E-FA55EFB96540}" presName="Name0" presStyleCnt="0">
        <dgm:presLayoutVars>
          <dgm:dir/>
          <dgm:animLvl val="lvl"/>
          <dgm:resizeHandles val="exact"/>
        </dgm:presLayoutVars>
      </dgm:prSet>
      <dgm:spPr/>
    </dgm:pt>
    <dgm:pt modelId="{77E3D5E1-7111-4493-BFA2-47C3AECCE780}" type="pres">
      <dgm:prSet presAssocID="{B7484367-F932-47FA-8B3F-66B871B4CD46}" presName="linNode" presStyleCnt="0"/>
      <dgm:spPr/>
    </dgm:pt>
    <dgm:pt modelId="{083B83E2-344D-4BA8-80B6-7BDDC6607291}" type="pres">
      <dgm:prSet presAssocID="{B7484367-F932-47FA-8B3F-66B871B4CD4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ECDD36C-3B27-43EE-A877-A103FEC11704}" type="pres">
      <dgm:prSet presAssocID="{BD78C77F-57DB-408C-A294-2944C12D114F}" presName="sp" presStyleCnt="0"/>
      <dgm:spPr/>
    </dgm:pt>
    <dgm:pt modelId="{DCD1B8C5-9380-4563-B996-ABB38C761FA3}" type="pres">
      <dgm:prSet presAssocID="{6FB3D111-B4DF-4C07-B5C9-79BEFF28897C}" presName="linNode" presStyleCnt="0"/>
      <dgm:spPr/>
    </dgm:pt>
    <dgm:pt modelId="{602C68F7-74A2-4C03-A61C-A5137B8AF07D}" type="pres">
      <dgm:prSet presAssocID="{6FB3D111-B4DF-4C07-B5C9-79BEFF28897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41C84CD-F67E-4EE4-B65B-DCEB6BBF0BCE}" type="pres">
      <dgm:prSet presAssocID="{413559FD-47DE-4CAC-AA23-74566DEC1DB7}" presName="sp" presStyleCnt="0"/>
      <dgm:spPr/>
    </dgm:pt>
    <dgm:pt modelId="{5BE56E29-9574-405F-944D-E49B7B835F90}" type="pres">
      <dgm:prSet presAssocID="{8CE30698-81CA-4595-B9E9-35C90427AFE4}" presName="linNode" presStyleCnt="0"/>
      <dgm:spPr/>
    </dgm:pt>
    <dgm:pt modelId="{04CE1B86-64CF-40D2-A107-9821477A60D7}" type="pres">
      <dgm:prSet presAssocID="{8CE30698-81CA-4595-B9E9-35C90427AFE4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9DF1FAB9-AD86-4DF1-8769-A3BB39BCC5C9}" srcId="{299724B0-8758-437A-9F3E-FA55EFB96540}" destId="{8CE30698-81CA-4595-B9E9-35C90427AFE4}" srcOrd="2" destOrd="0" parTransId="{C94E7FE1-6515-4374-B79F-7E033F174106}" sibTransId="{44DE2B9E-98F0-4B76-B215-41A5EDF92BE7}"/>
    <dgm:cxn modelId="{DF16B58B-839E-46A6-8112-70567BB4B074}" type="presOf" srcId="{299724B0-8758-437A-9F3E-FA55EFB96540}" destId="{9E9FF261-7B5A-4EF5-980D-7CF1BD7D9040}" srcOrd="0" destOrd="0" presId="urn:microsoft.com/office/officeart/2005/8/layout/vList5"/>
    <dgm:cxn modelId="{AE256974-0FD8-4B45-8A06-9BB33C4F48D0}" type="presOf" srcId="{6FB3D111-B4DF-4C07-B5C9-79BEFF28897C}" destId="{602C68F7-74A2-4C03-A61C-A5137B8AF07D}" srcOrd="0" destOrd="0" presId="urn:microsoft.com/office/officeart/2005/8/layout/vList5"/>
    <dgm:cxn modelId="{D59D3074-29BC-4DC3-809D-61A5C266821E}" type="presOf" srcId="{B7484367-F932-47FA-8B3F-66B871B4CD46}" destId="{083B83E2-344D-4BA8-80B6-7BDDC6607291}" srcOrd="0" destOrd="0" presId="urn:microsoft.com/office/officeart/2005/8/layout/vList5"/>
    <dgm:cxn modelId="{C3B4710E-C12F-482E-99AF-E836838736E6}" srcId="{299724B0-8758-437A-9F3E-FA55EFB96540}" destId="{B7484367-F932-47FA-8B3F-66B871B4CD46}" srcOrd="0" destOrd="0" parTransId="{BE5A9907-1F79-495A-AFF9-0B4E87CCC166}" sibTransId="{BD78C77F-57DB-408C-A294-2944C12D114F}"/>
    <dgm:cxn modelId="{C6D8EED1-A230-40A1-9F6F-324484DF60C4}" srcId="{299724B0-8758-437A-9F3E-FA55EFB96540}" destId="{6FB3D111-B4DF-4C07-B5C9-79BEFF28897C}" srcOrd="1" destOrd="0" parTransId="{43795163-D683-4709-854C-B830AB8653C2}" sibTransId="{413559FD-47DE-4CAC-AA23-74566DEC1DB7}"/>
    <dgm:cxn modelId="{710F4F61-B66F-4970-B39F-035BDF2CAC51}" type="presOf" srcId="{8CE30698-81CA-4595-B9E9-35C90427AFE4}" destId="{04CE1B86-64CF-40D2-A107-9821477A60D7}" srcOrd="0" destOrd="0" presId="urn:microsoft.com/office/officeart/2005/8/layout/vList5"/>
    <dgm:cxn modelId="{ECF89BCA-838E-448D-9EA5-119E7D77C5D6}" type="presParOf" srcId="{9E9FF261-7B5A-4EF5-980D-7CF1BD7D9040}" destId="{77E3D5E1-7111-4493-BFA2-47C3AECCE780}" srcOrd="0" destOrd="0" presId="urn:microsoft.com/office/officeart/2005/8/layout/vList5"/>
    <dgm:cxn modelId="{483ADE9E-9DBB-454F-A4EA-B0AA50809E53}" type="presParOf" srcId="{77E3D5E1-7111-4493-BFA2-47C3AECCE780}" destId="{083B83E2-344D-4BA8-80B6-7BDDC6607291}" srcOrd="0" destOrd="0" presId="urn:microsoft.com/office/officeart/2005/8/layout/vList5"/>
    <dgm:cxn modelId="{B603AC65-FCAF-47FC-ACD8-295B4B346621}" type="presParOf" srcId="{9E9FF261-7B5A-4EF5-980D-7CF1BD7D9040}" destId="{CECDD36C-3B27-43EE-A877-A103FEC11704}" srcOrd="1" destOrd="0" presId="urn:microsoft.com/office/officeart/2005/8/layout/vList5"/>
    <dgm:cxn modelId="{6623BB38-8581-4F9D-95B1-96251A1DFAE0}" type="presParOf" srcId="{9E9FF261-7B5A-4EF5-980D-7CF1BD7D9040}" destId="{DCD1B8C5-9380-4563-B996-ABB38C761FA3}" srcOrd="2" destOrd="0" presId="urn:microsoft.com/office/officeart/2005/8/layout/vList5"/>
    <dgm:cxn modelId="{35C0E5AB-A905-455F-A8FB-1FD0ABD971F2}" type="presParOf" srcId="{DCD1B8C5-9380-4563-B996-ABB38C761FA3}" destId="{602C68F7-74A2-4C03-A61C-A5137B8AF07D}" srcOrd="0" destOrd="0" presId="urn:microsoft.com/office/officeart/2005/8/layout/vList5"/>
    <dgm:cxn modelId="{F0F34BD0-F0FC-4FF7-BEBB-BED434E6D8BA}" type="presParOf" srcId="{9E9FF261-7B5A-4EF5-980D-7CF1BD7D9040}" destId="{941C84CD-F67E-4EE4-B65B-DCEB6BBF0BCE}" srcOrd="3" destOrd="0" presId="urn:microsoft.com/office/officeart/2005/8/layout/vList5"/>
    <dgm:cxn modelId="{E24364D2-BBEE-400D-92CA-54B55C286882}" type="presParOf" srcId="{9E9FF261-7B5A-4EF5-980D-7CF1BD7D9040}" destId="{5BE56E29-9574-405F-944D-E49B7B835F90}" srcOrd="4" destOrd="0" presId="urn:microsoft.com/office/officeart/2005/8/layout/vList5"/>
    <dgm:cxn modelId="{5BB98E89-F9AD-4E22-BE82-59C6C3E95EE0}" type="presParOf" srcId="{5BE56E29-9574-405F-944D-E49B7B835F90}" destId="{04CE1B86-64CF-40D2-A107-9821477A60D7}" srcOrd="0" destOrd="0" presId="urn:microsoft.com/office/officeart/2005/8/layout/vList5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655DA4-57FB-4C73-B2D8-8D0C158666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8148E9-490D-4863-8FD6-B3602A0CC860}">
      <dgm:prSet/>
      <dgm:spPr/>
      <dgm:t>
        <a:bodyPr/>
        <a:lstStyle/>
        <a:p>
          <a:pPr algn="ctr" rtl="0"/>
          <a:r>
            <a:rPr lang="en-US" dirty="0" smtClean="0"/>
            <a:t>Proving Accuracy</a:t>
          </a:r>
          <a:endParaRPr lang="en-US" dirty="0"/>
        </a:p>
      </dgm:t>
    </dgm:pt>
    <dgm:pt modelId="{1A5CCE0B-02E2-463C-894F-AAD7BD239120}" type="parTrans" cxnId="{814BB268-E68D-4284-827B-6ED02EEAF2B4}">
      <dgm:prSet/>
      <dgm:spPr/>
      <dgm:t>
        <a:bodyPr/>
        <a:lstStyle/>
        <a:p>
          <a:endParaRPr lang="en-US"/>
        </a:p>
      </dgm:t>
    </dgm:pt>
    <dgm:pt modelId="{87523F29-EA5B-4B77-B72D-F29594401D8E}" type="sibTrans" cxnId="{814BB268-E68D-4284-827B-6ED02EEAF2B4}">
      <dgm:prSet/>
      <dgm:spPr/>
      <dgm:t>
        <a:bodyPr/>
        <a:lstStyle/>
        <a:p>
          <a:endParaRPr lang="en-US"/>
        </a:p>
      </dgm:t>
    </dgm:pt>
    <dgm:pt modelId="{467E5486-DF46-4CBC-9E62-1969F137B141}" type="pres">
      <dgm:prSet presAssocID="{D0655DA4-57FB-4C73-B2D8-8D0C158666AE}" presName="linear" presStyleCnt="0">
        <dgm:presLayoutVars>
          <dgm:animLvl val="lvl"/>
          <dgm:resizeHandles val="exact"/>
        </dgm:presLayoutVars>
      </dgm:prSet>
      <dgm:spPr/>
    </dgm:pt>
    <dgm:pt modelId="{47A7C5E4-19D2-4A7C-8C03-2069E70DB1E0}" type="pres">
      <dgm:prSet presAssocID="{828148E9-490D-4863-8FD6-B3602A0CC86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14BB268-E68D-4284-827B-6ED02EEAF2B4}" srcId="{D0655DA4-57FB-4C73-B2D8-8D0C158666AE}" destId="{828148E9-490D-4863-8FD6-B3602A0CC860}" srcOrd="0" destOrd="0" parTransId="{1A5CCE0B-02E2-463C-894F-AAD7BD239120}" sibTransId="{87523F29-EA5B-4B77-B72D-F29594401D8E}"/>
    <dgm:cxn modelId="{29D9B777-67FD-4BB7-81CE-44795A268CAE}" type="presOf" srcId="{D0655DA4-57FB-4C73-B2D8-8D0C158666AE}" destId="{467E5486-DF46-4CBC-9E62-1969F137B141}" srcOrd="0" destOrd="0" presId="urn:microsoft.com/office/officeart/2005/8/layout/vList2"/>
    <dgm:cxn modelId="{EA009F8E-CA1B-499E-8910-4B10B01FFBEB}" type="presOf" srcId="{828148E9-490D-4863-8FD6-B3602A0CC860}" destId="{47A7C5E4-19D2-4A7C-8C03-2069E70DB1E0}" srcOrd="0" destOrd="0" presId="urn:microsoft.com/office/officeart/2005/8/layout/vList2"/>
    <dgm:cxn modelId="{D48EC112-6649-4280-8B4B-568789C5FC77}" type="presParOf" srcId="{467E5486-DF46-4CBC-9E62-1969F137B141}" destId="{47A7C5E4-19D2-4A7C-8C03-2069E70DB1E0}" srcOrd="0" destOrd="0" presId="urn:microsoft.com/office/officeart/2005/8/layout/vList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8EBA73-8449-46A1-873E-624535002FB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CD1A6C-AB6B-42F1-BFD0-65D2DEB8DFEE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Paying Suppliers</a:t>
          </a:r>
          <a:endParaRPr lang="en-US" dirty="0"/>
        </a:p>
      </dgm:t>
    </dgm:pt>
    <dgm:pt modelId="{E58244D5-6821-4A86-B5DA-84BCA4D595B0}" type="parTrans" cxnId="{03E2BA66-C52C-436A-92AC-3CC6D544EEE8}">
      <dgm:prSet/>
      <dgm:spPr/>
      <dgm:t>
        <a:bodyPr/>
        <a:lstStyle/>
        <a:p>
          <a:endParaRPr lang="en-US"/>
        </a:p>
      </dgm:t>
    </dgm:pt>
    <dgm:pt modelId="{6026512C-CEBB-4634-857C-60078E475982}" type="sibTrans" cxnId="{03E2BA66-C52C-436A-92AC-3CC6D544EEE8}">
      <dgm:prSet/>
      <dgm:spPr/>
      <dgm:t>
        <a:bodyPr/>
        <a:lstStyle/>
        <a:p>
          <a:endParaRPr lang="en-US"/>
        </a:p>
      </dgm:t>
    </dgm:pt>
    <dgm:pt modelId="{7BCE35B1-B9A5-4E5F-A6C8-CBBD5E34F865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Billing Buyers</a:t>
          </a:r>
          <a:endParaRPr lang="en-US" dirty="0"/>
        </a:p>
      </dgm:t>
    </dgm:pt>
    <dgm:pt modelId="{112C4C36-C6EA-43C6-88AD-AA406144EAF8}" type="parTrans" cxnId="{CCD932CE-2CF7-46A3-A3CD-6F2F055DD9EC}">
      <dgm:prSet/>
      <dgm:spPr/>
      <dgm:t>
        <a:bodyPr/>
        <a:lstStyle/>
        <a:p>
          <a:endParaRPr lang="en-US"/>
        </a:p>
      </dgm:t>
    </dgm:pt>
    <dgm:pt modelId="{7E12D25B-779E-4468-9B96-08233EBF69BF}" type="sibTrans" cxnId="{CCD932CE-2CF7-46A3-A3CD-6F2F055DD9EC}">
      <dgm:prSet/>
      <dgm:spPr/>
      <dgm:t>
        <a:bodyPr/>
        <a:lstStyle/>
        <a:p>
          <a:endParaRPr lang="en-US"/>
        </a:p>
      </dgm:t>
    </dgm:pt>
    <dgm:pt modelId="{8C3CF1D0-059A-47E6-AE20-DCE964D21D1D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Transportation Charges</a:t>
          </a:r>
          <a:endParaRPr lang="en-US" dirty="0"/>
        </a:p>
      </dgm:t>
    </dgm:pt>
    <dgm:pt modelId="{DF3A9835-D4AF-4511-B432-9D53993A61D1}" type="parTrans" cxnId="{0590E327-FAEB-4CF5-BEB4-57759C5B1C6D}">
      <dgm:prSet/>
      <dgm:spPr/>
      <dgm:t>
        <a:bodyPr/>
        <a:lstStyle/>
        <a:p>
          <a:endParaRPr lang="en-US"/>
        </a:p>
      </dgm:t>
    </dgm:pt>
    <dgm:pt modelId="{A1D96E66-8D9F-4996-9DAA-C62299F71346}" type="sibTrans" cxnId="{0590E327-FAEB-4CF5-BEB4-57759C5B1C6D}">
      <dgm:prSet/>
      <dgm:spPr/>
      <dgm:t>
        <a:bodyPr/>
        <a:lstStyle/>
        <a:p>
          <a:endParaRPr lang="en-US"/>
        </a:p>
      </dgm:t>
    </dgm:pt>
    <dgm:pt modelId="{FFDE48ED-63C0-4DA8-ACAE-0CE85C9851A5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Regulatory Requirements</a:t>
          </a:r>
          <a:endParaRPr lang="en-US" dirty="0"/>
        </a:p>
      </dgm:t>
    </dgm:pt>
    <dgm:pt modelId="{A488CE2E-4E2D-47EF-8D5D-787D3BE86FB5}" type="parTrans" cxnId="{BCA6B015-A861-40D5-8841-6579EE42CF4D}">
      <dgm:prSet/>
      <dgm:spPr/>
      <dgm:t>
        <a:bodyPr/>
        <a:lstStyle/>
        <a:p>
          <a:endParaRPr lang="en-US"/>
        </a:p>
      </dgm:t>
    </dgm:pt>
    <dgm:pt modelId="{F9014013-E012-4A70-B601-421BDD311A56}" type="sibTrans" cxnId="{BCA6B015-A861-40D5-8841-6579EE42CF4D}">
      <dgm:prSet/>
      <dgm:spPr/>
      <dgm:t>
        <a:bodyPr/>
        <a:lstStyle/>
        <a:p>
          <a:endParaRPr lang="en-US"/>
        </a:p>
      </dgm:t>
    </dgm:pt>
    <dgm:pt modelId="{0D5790E2-DD67-40F5-A5E5-D0A694951992}" type="pres">
      <dgm:prSet presAssocID="{6D8EBA73-8449-46A1-873E-624535002FB7}" presName="Name0" presStyleCnt="0">
        <dgm:presLayoutVars>
          <dgm:dir/>
          <dgm:animLvl val="lvl"/>
          <dgm:resizeHandles val="exact"/>
        </dgm:presLayoutVars>
      </dgm:prSet>
      <dgm:spPr/>
    </dgm:pt>
    <dgm:pt modelId="{34D0014A-F4BD-4135-9FBD-1DCFD96B9C11}" type="pres">
      <dgm:prSet presAssocID="{EACD1A6C-AB6B-42F1-BFD0-65D2DEB8DFEE}" presName="linNode" presStyleCnt="0"/>
      <dgm:spPr/>
    </dgm:pt>
    <dgm:pt modelId="{6371E163-4AA6-4E98-8D95-C36EF3CE8E62}" type="pres">
      <dgm:prSet presAssocID="{EACD1A6C-AB6B-42F1-BFD0-65D2DEB8DFEE}" presName="parentText" presStyleLbl="node1" presStyleIdx="0" presStyleCnt="4" custScaleX="17489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5EE91C-0B37-46D0-BD50-C59304830A11}" type="pres">
      <dgm:prSet presAssocID="{6026512C-CEBB-4634-857C-60078E475982}" presName="sp" presStyleCnt="0"/>
      <dgm:spPr/>
    </dgm:pt>
    <dgm:pt modelId="{C9E3D79F-A98E-4A13-B91B-8F913C588CB2}" type="pres">
      <dgm:prSet presAssocID="{7BCE35B1-B9A5-4E5F-A6C8-CBBD5E34F865}" presName="linNode" presStyleCnt="0"/>
      <dgm:spPr/>
    </dgm:pt>
    <dgm:pt modelId="{E10D1FA3-BA33-48BF-97A9-58F2630A542F}" type="pres">
      <dgm:prSet presAssocID="{7BCE35B1-B9A5-4E5F-A6C8-CBBD5E34F865}" presName="parentText" presStyleLbl="node1" presStyleIdx="1" presStyleCnt="4" custScaleX="17489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CFB342-BC38-4820-89CE-54D66497B289}" type="pres">
      <dgm:prSet presAssocID="{7E12D25B-779E-4468-9B96-08233EBF69BF}" presName="sp" presStyleCnt="0"/>
      <dgm:spPr/>
    </dgm:pt>
    <dgm:pt modelId="{3C6704CB-8D04-4544-BD52-13D7D55B6D63}" type="pres">
      <dgm:prSet presAssocID="{8C3CF1D0-059A-47E6-AE20-DCE964D21D1D}" presName="linNode" presStyleCnt="0"/>
      <dgm:spPr/>
    </dgm:pt>
    <dgm:pt modelId="{837A49E9-5D37-494D-AA37-4D63720D05FC}" type="pres">
      <dgm:prSet presAssocID="{8C3CF1D0-059A-47E6-AE20-DCE964D21D1D}" presName="parentText" presStyleLbl="node1" presStyleIdx="2" presStyleCnt="4" custScaleX="17489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ADD28C-42AF-48EC-A859-1BB78B555879}" type="pres">
      <dgm:prSet presAssocID="{A1D96E66-8D9F-4996-9DAA-C62299F71346}" presName="sp" presStyleCnt="0"/>
      <dgm:spPr/>
    </dgm:pt>
    <dgm:pt modelId="{6FE331C8-D8BB-44CF-9E08-E3BBD5593DAE}" type="pres">
      <dgm:prSet presAssocID="{FFDE48ED-63C0-4DA8-ACAE-0CE85C9851A5}" presName="linNode" presStyleCnt="0"/>
      <dgm:spPr/>
    </dgm:pt>
    <dgm:pt modelId="{049430F1-6070-407C-8CA8-D81EE6EB6F3F}" type="pres">
      <dgm:prSet presAssocID="{FFDE48ED-63C0-4DA8-ACAE-0CE85C9851A5}" presName="parentText" presStyleLbl="node1" presStyleIdx="3" presStyleCnt="4" custScaleX="174897">
        <dgm:presLayoutVars>
          <dgm:chMax val="1"/>
          <dgm:bulletEnabled val="1"/>
        </dgm:presLayoutVars>
      </dgm:prSet>
      <dgm:spPr/>
    </dgm:pt>
  </dgm:ptLst>
  <dgm:cxnLst>
    <dgm:cxn modelId="{C7ADFC9F-16C6-4004-9564-471C527AEBA2}" type="presOf" srcId="{FFDE48ED-63C0-4DA8-ACAE-0CE85C9851A5}" destId="{049430F1-6070-407C-8CA8-D81EE6EB6F3F}" srcOrd="0" destOrd="0" presId="urn:microsoft.com/office/officeart/2005/8/layout/vList5"/>
    <dgm:cxn modelId="{6C698F56-C226-43BB-A380-80BD6AAE80C8}" type="presOf" srcId="{6D8EBA73-8449-46A1-873E-624535002FB7}" destId="{0D5790E2-DD67-40F5-A5E5-D0A694951992}" srcOrd="0" destOrd="0" presId="urn:microsoft.com/office/officeart/2005/8/layout/vList5"/>
    <dgm:cxn modelId="{0590E327-FAEB-4CF5-BEB4-57759C5B1C6D}" srcId="{6D8EBA73-8449-46A1-873E-624535002FB7}" destId="{8C3CF1D0-059A-47E6-AE20-DCE964D21D1D}" srcOrd="2" destOrd="0" parTransId="{DF3A9835-D4AF-4511-B432-9D53993A61D1}" sibTransId="{A1D96E66-8D9F-4996-9DAA-C62299F71346}"/>
    <dgm:cxn modelId="{BCA6B015-A861-40D5-8841-6579EE42CF4D}" srcId="{6D8EBA73-8449-46A1-873E-624535002FB7}" destId="{FFDE48ED-63C0-4DA8-ACAE-0CE85C9851A5}" srcOrd="3" destOrd="0" parTransId="{A488CE2E-4E2D-47EF-8D5D-787D3BE86FB5}" sibTransId="{F9014013-E012-4A70-B601-421BDD311A56}"/>
    <dgm:cxn modelId="{B6F84628-269D-48CF-858B-DFC34795A2C3}" type="presOf" srcId="{7BCE35B1-B9A5-4E5F-A6C8-CBBD5E34F865}" destId="{E10D1FA3-BA33-48BF-97A9-58F2630A542F}" srcOrd="0" destOrd="0" presId="urn:microsoft.com/office/officeart/2005/8/layout/vList5"/>
    <dgm:cxn modelId="{3E351B53-205B-4BF4-8E2B-B1D495DA9572}" type="presOf" srcId="{8C3CF1D0-059A-47E6-AE20-DCE964D21D1D}" destId="{837A49E9-5D37-494D-AA37-4D63720D05FC}" srcOrd="0" destOrd="0" presId="urn:microsoft.com/office/officeart/2005/8/layout/vList5"/>
    <dgm:cxn modelId="{03E2BA66-C52C-436A-92AC-3CC6D544EEE8}" srcId="{6D8EBA73-8449-46A1-873E-624535002FB7}" destId="{EACD1A6C-AB6B-42F1-BFD0-65D2DEB8DFEE}" srcOrd="0" destOrd="0" parTransId="{E58244D5-6821-4A86-B5DA-84BCA4D595B0}" sibTransId="{6026512C-CEBB-4634-857C-60078E475982}"/>
    <dgm:cxn modelId="{8CBFF49C-ADC3-489D-82B4-348F2A15D0C0}" type="presOf" srcId="{EACD1A6C-AB6B-42F1-BFD0-65D2DEB8DFEE}" destId="{6371E163-4AA6-4E98-8D95-C36EF3CE8E62}" srcOrd="0" destOrd="0" presId="urn:microsoft.com/office/officeart/2005/8/layout/vList5"/>
    <dgm:cxn modelId="{CCD932CE-2CF7-46A3-A3CD-6F2F055DD9EC}" srcId="{6D8EBA73-8449-46A1-873E-624535002FB7}" destId="{7BCE35B1-B9A5-4E5F-A6C8-CBBD5E34F865}" srcOrd="1" destOrd="0" parTransId="{112C4C36-C6EA-43C6-88AD-AA406144EAF8}" sibTransId="{7E12D25B-779E-4468-9B96-08233EBF69BF}"/>
    <dgm:cxn modelId="{49EA0DD6-8CB5-476E-997B-7AB93B13D3DC}" type="presParOf" srcId="{0D5790E2-DD67-40F5-A5E5-D0A694951992}" destId="{34D0014A-F4BD-4135-9FBD-1DCFD96B9C11}" srcOrd="0" destOrd="0" presId="urn:microsoft.com/office/officeart/2005/8/layout/vList5"/>
    <dgm:cxn modelId="{C90976B9-243D-4B1E-A70D-27091B995242}" type="presParOf" srcId="{34D0014A-F4BD-4135-9FBD-1DCFD96B9C11}" destId="{6371E163-4AA6-4E98-8D95-C36EF3CE8E62}" srcOrd="0" destOrd="0" presId="urn:microsoft.com/office/officeart/2005/8/layout/vList5"/>
    <dgm:cxn modelId="{EF94BFFA-26F6-4D03-A16E-102EC07A8855}" type="presParOf" srcId="{0D5790E2-DD67-40F5-A5E5-D0A694951992}" destId="{CF5EE91C-0B37-46D0-BD50-C59304830A11}" srcOrd="1" destOrd="0" presId="urn:microsoft.com/office/officeart/2005/8/layout/vList5"/>
    <dgm:cxn modelId="{2B3BA3A3-2B68-4D73-AB26-A0ED26B2DEF6}" type="presParOf" srcId="{0D5790E2-DD67-40F5-A5E5-D0A694951992}" destId="{C9E3D79F-A98E-4A13-B91B-8F913C588CB2}" srcOrd="2" destOrd="0" presId="urn:microsoft.com/office/officeart/2005/8/layout/vList5"/>
    <dgm:cxn modelId="{4F2BCC00-DCAA-473F-80CD-AF626204A96A}" type="presParOf" srcId="{C9E3D79F-A98E-4A13-B91B-8F913C588CB2}" destId="{E10D1FA3-BA33-48BF-97A9-58F2630A542F}" srcOrd="0" destOrd="0" presId="urn:microsoft.com/office/officeart/2005/8/layout/vList5"/>
    <dgm:cxn modelId="{5930302E-FD70-402B-85E5-4D3772830662}" type="presParOf" srcId="{0D5790E2-DD67-40F5-A5E5-D0A694951992}" destId="{A1CFB342-BC38-4820-89CE-54D66497B289}" srcOrd="3" destOrd="0" presId="urn:microsoft.com/office/officeart/2005/8/layout/vList5"/>
    <dgm:cxn modelId="{4E7111BD-0D2B-4C7D-A4CD-7376B9064662}" type="presParOf" srcId="{0D5790E2-DD67-40F5-A5E5-D0A694951992}" destId="{3C6704CB-8D04-4544-BD52-13D7D55B6D63}" srcOrd="4" destOrd="0" presId="urn:microsoft.com/office/officeart/2005/8/layout/vList5"/>
    <dgm:cxn modelId="{43C737CD-C394-4F71-A110-DDD2E25DDBE0}" type="presParOf" srcId="{3C6704CB-8D04-4544-BD52-13D7D55B6D63}" destId="{837A49E9-5D37-494D-AA37-4D63720D05FC}" srcOrd="0" destOrd="0" presId="urn:microsoft.com/office/officeart/2005/8/layout/vList5"/>
    <dgm:cxn modelId="{A3A96B70-25EE-403C-BB09-A4223AFA7F9C}" type="presParOf" srcId="{0D5790E2-DD67-40F5-A5E5-D0A694951992}" destId="{AEADD28C-42AF-48EC-A859-1BB78B555879}" srcOrd="5" destOrd="0" presId="urn:microsoft.com/office/officeart/2005/8/layout/vList5"/>
    <dgm:cxn modelId="{30821A53-8466-4FDA-8F56-E75030D460A3}" type="presParOf" srcId="{0D5790E2-DD67-40F5-A5E5-D0A694951992}" destId="{6FE331C8-D8BB-44CF-9E08-E3BBD5593DAE}" srcOrd="6" destOrd="0" presId="urn:microsoft.com/office/officeart/2005/8/layout/vList5"/>
    <dgm:cxn modelId="{39860EF6-347A-4420-AE06-A7D5B70D7973}" type="presParOf" srcId="{6FE331C8-D8BB-44CF-9E08-E3BBD5593DAE}" destId="{049430F1-6070-407C-8CA8-D81EE6EB6F3F}" srcOrd="0" destOrd="0" presId="urn:microsoft.com/office/officeart/2005/8/layout/vList5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411444-AE18-4CBA-AB97-80B1778C7D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A0F38A-7D0C-4389-876B-75D8166831AC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dirty="0" smtClean="0"/>
            <a:t>There are many factors that require accuracy in the custody transfer process:</a:t>
          </a:r>
          <a:endParaRPr lang="en-US" dirty="0"/>
        </a:p>
      </dgm:t>
    </dgm:pt>
    <dgm:pt modelId="{6677CE4E-5262-4364-BAD4-A82EBA47AC7A}" type="parTrans" cxnId="{D6561F81-4D52-4744-9149-2E93EA1D8F42}">
      <dgm:prSet/>
      <dgm:spPr/>
      <dgm:t>
        <a:bodyPr/>
        <a:lstStyle/>
        <a:p>
          <a:endParaRPr lang="en-US"/>
        </a:p>
      </dgm:t>
    </dgm:pt>
    <dgm:pt modelId="{FDEEA3E6-21C8-4CBD-BC24-259025653707}" type="sibTrans" cxnId="{D6561F81-4D52-4744-9149-2E93EA1D8F42}">
      <dgm:prSet/>
      <dgm:spPr/>
      <dgm:t>
        <a:bodyPr/>
        <a:lstStyle/>
        <a:p>
          <a:endParaRPr lang="en-US"/>
        </a:p>
      </dgm:t>
    </dgm:pt>
    <dgm:pt modelId="{0C183CE9-7E17-4A50-99E8-63AED0FD6D81}" type="pres">
      <dgm:prSet presAssocID="{4A411444-AE18-4CBA-AB97-80B1778C7DA6}" presName="linear" presStyleCnt="0">
        <dgm:presLayoutVars>
          <dgm:animLvl val="lvl"/>
          <dgm:resizeHandles val="exact"/>
        </dgm:presLayoutVars>
      </dgm:prSet>
      <dgm:spPr/>
    </dgm:pt>
    <dgm:pt modelId="{B626DE3F-3B4C-4ABD-B05E-FD11DAE2EADA}" type="pres">
      <dgm:prSet presAssocID="{89A0F38A-7D0C-4389-876B-75D8166831A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6561F81-4D52-4744-9149-2E93EA1D8F42}" srcId="{4A411444-AE18-4CBA-AB97-80B1778C7DA6}" destId="{89A0F38A-7D0C-4389-876B-75D8166831AC}" srcOrd="0" destOrd="0" parTransId="{6677CE4E-5262-4364-BAD4-A82EBA47AC7A}" sibTransId="{FDEEA3E6-21C8-4CBD-BC24-259025653707}"/>
    <dgm:cxn modelId="{66EF1513-F4F0-42E0-86AF-2DB0B31E10A7}" type="presOf" srcId="{4A411444-AE18-4CBA-AB97-80B1778C7DA6}" destId="{0C183CE9-7E17-4A50-99E8-63AED0FD6D81}" srcOrd="0" destOrd="0" presId="urn:microsoft.com/office/officeart/2005/8/layout/vList2"/>
    <dgm:cxn modelId="{10558C08-8CE4-4915-81DC-AED83B4CEE2C}" type="presOf" srcId="{89A0F38A-7D0C-4389-876B-75D8166831AC}" destId="{B626DE3F-3B4C-4ABD-B05E-FD11DAE2EADA}" srcOrd="0" destOrd="0" presId="urn:microsoft.com/office/officeart/2005/8/layout/vList2"/>
    <dgm:cxn modelId="{24663668-D8A3-44C9-A599-AA71ABD54F7D}" type="presParOf" srcId="{0C183CE9-7E17-4A50-99E8-63AED0FD6D81}" destId="{B626DE3F-3B4C-4ABD-B05E-FD11DAE2EADA}" srcOrd="0" destOrd="0" presId="urn:microsoft.com/office/officeart/2005/8/layout/vList2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E03473-A619-4B22-B23F-FA3788354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2675EC-6B1D-4880-8122-D483FF2D3446}">
      <dgm:prSet/>
      <dgm:spPr/>
      <dgm:t>
        <a:bodyPr/>
        <a:lstStyle/>
        <a:p>
          <a:pPr algn="ctr" rtl="0"/>
          <a:r>
            <a:rPr lang="en-US" dirty="0" smtClean="0"/>
            <a:t>Simplified Pipe </a:t>
          </a:r>
          <a:r>
            <a:rPr lang="en-US" dirty="0" err="1" smtClean="0"/>
            <a:t>Prover</a:t>
          </a:r>
          <a:r>
            <a:rPr lang="en-US" dirty="0" smtClean="0"/>
            <a:t> Flow</a:t>
          </a:r>
          <a:endParaRPr lang="en-US" dirty="0"/>
        </a:p>
      </dgm:t>
    </dgm:pt>
    <dgm:pt modelId="{7479C22A-80BD-4648-8C76-AB0C9E77862F}" type="parTrans" cxnId="{6D79DB27-D169-4038-8423-D475396ADA73}">
      <dgm:prSet/>
      <dgm:spPr/>
      <dgm:t>
        <a:bodyPr/>
        <a:lstStyle/>
        <a:p>
          <a:endParaRPr lang="en-US"/>
        </a:p>
      </dgm:t>
    </dgm:pt>
    <dgm:pt modelId="{5A35DBAF-3810-42E7-A00A-03FA766CFF8A}" type="sibTrans" cxnId="{6D79DB27-D169-4038-8423-D475396ADA73}">
      <dgm:prSet/>
      <dgm:spPr/>
      <dgm:t>
        <a:bodyPr/>
        <a:lstStyle/>
        <a:p>
          <a:endParaRPr lang="en-US"/>
        </a:p>
      </dgm:t>
    </dgm:pt>
    <dgm:pt modelId="{24931F39-CF47-44CE-8F8E-D7A3552DAC22}" type="pres">
      <dgm:prSet presAssocID="{B5E03473-A619-4B22-B23F-FA3788354192}" presName="linear" presStyleCnt="0">
        <dgm:presLayoutVars>
          <dgm:animLvl val="lvl"/>
          <dgm:resizeHandles val="exact"/>
        </dgm:presLayoutVars>
      </dgm:prSet>
      <dgm:spPr/>
    </dgm:pt>
    <dgm:pt modelId="{550D0EC6-98C4-4E61-B6D3-6C523CE315D5}" type="pres">
      <dgm:prSet presAssocID="{682675EC-6B1D-4880-8122-D483FF2D344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C264D04-1290-4E8B-89AE-1C25ED7A9E76}" type="presOf" srcId="{682675EC-6B1D-4880-8122-D483FF2D3446}" destId="{550D0EC6-98C4-4E61-B6D3-6C523CE315D5}" srcOrd="0" destOrd="0" presId="urn:microsoft.com/office/officeart/2005/8/layout/vList2"/>
    <dgm:cxn modelId="{126C7B92-0491-4C36-99CD-9066107FC14D}" type="presOf" srcId="{B5E03473-A619-4B22-B23F-FA3788354192}" destId="{24931F39-CF47-44CE-8F8E-D7A3552DAC22}" srcOrd="0" destOrd="0" presId="urn:microsoft.com/office/officeart/2005/8/layout/vList2"/>
    <dgm:cxn modelId="{6D79DB27-D169-4038-8423-D475396ADA73}" srcId="{B5E03473-A619-4B22-B23F-FA3788354192}" destId="{682675EC-6B1D-4880-8122-D483FF2D3446}" srcOrd="0" destOrd="0" parTransId="{7479C22A-80BD-4648-8C76-AB0C9E77862F}" sibTransId="{5A35DBAF-3810-42E7-A00A-03FA766CFF8A}"/>
    <dgm:cxn modelId="{408E3963-8F30-4A9A-A41A-70873C36AD08}" type="presParOf" srcId="{24931F39-CF47-44CE-8F8E-D7A3552DAC22}" destId="{550D0EC6-98C4-4E61-B6D3-6C523CE315D5}" srcOrd="0" destOrd="0" presId="urn:microsoft.com/office/officeart/2005/8/layout/vList2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E03473-A619-4B22-B23F-FA3788354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2675EC-6B1D-4880-8122-D483FF2D3446}">
      <dgm:prSet/>
      <dgm:spPr/>
      <dgm:t>
        <a:bodyPr/>
        <a:lstStyle/>
        <a:p>
          <a:pPr algn="ctr" rtl="0"/>
          <a:r>
            <a:rPr lang="en-US" dirty="0" smtClean="0"/>
            <a:t>Simplified Pipe </a:t>
          </a:r>
          <a:r>
            <a:rPr lang="en-US" dirty="0" err="1" smtClean="0"/>
            <a:t>Prover</a:t>
          </a:r>
          <a:r>
            <a:rPr lang="en-US" dirty="0" smtClean="0"/>
            <a:t> Flow</a:t>
          </a:r>
          <a:endParaRPr lang="en-US" dirty="0"/>
        </a:p>
      </dgm:t>
    </dgm:pt>
    <dgm:pt modelId="{7479C22A-80BD-4648-8C76-AB0C9E77862F}" type="parTrans" cxnId="{6D79DB27-D169-4038-8423-D475396ADA73}">
      <dgm:prSet/>
      <dgm:spPr/>
      <dgm:t>
        <a:bodyPr/>
        <a:lstStyle/>
        <a:p>
          <a:endParaRPr lang="en-US"/>
        </a:p>
      </dgm:t>
    </dgm:pt>
    <dgm:pt modelId="{5A35DBAF-3810-42E7-A00A-03FA766CFF8A}" type="sibTrans" cxnId="{6D79DB27-D169-4038-8423-D475396ADA73}">
      <dgm:prSet/>
      <dgm:spPr/>
      <dgm:t>
        <a:bodyPr/>
        <a:lstStyle/>
        <a:p>
          <a:endParaRPr lang="en-US"/>
        </a:p>
      </dgm:t>
    </dgm:pt>
    <dgm:pt modelId="{24931F39-CF47-44CE-8F8E-D7A3552DAC22}" type="pres">
      <dgm:prSet presAssocID="{B5E03473-A619-4B22-B23F-FA3788354192}" presName="linear" presStyleCnt="0">
        <dgm:presLayoutVars>
          <dgm:animLvl val="lvl"/>
          <dgm:resizeHandles val="exact"/>
        </dgm:presLayoutVars>
      </dgm:prSet>
      <dgm:spPr/>
    </dgm:pt>
    <dgm:pt modelId="{550D0EC6-98C4-4E61-B6D3-6C523CE315D5}" type="pres">
      <dgm:prSet presAssocID="{682675EC-6B1D-4880-8122-D483FF2D344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0CC2FFF-4E1D-42C8-88CD-8176AAC8BE3A}" type="presOf" srcId="{682675EC-6B1D-4880-8122-D483FF2D3446}" destId="{550D0EC6-98C4-4E61-B6D3-6C523CE315D5}" srcOrd="0" destOrd="0" presId="urn:microsoft.com/office/officeart/2005/8/layout/vList2"/>
    <dgm:cxn modelId="{6D79DB27-D169-4038-8423-D475396ADA73}" srcId="{B5E03473-A619-4B22-B23F-FA3788354192}" destId="{682675EC-6B1D-4880-8122-D483FF2D3446}" srcOrd="0" destOrd="0" parTransId="{7479C22A-80BD-4648-8C76-AB0C9E77862F}" sibTransId="{5A35DBAF-3810-42E7-A00A-03FA766CFF8A}"/>
    <dgm:cxn modelId="{A8DC1998-641F-4701-B3D3-EF3231C8D656}" type="presOf" srcId="{B5E03473-A619-4B22-B23F-FA3788354192}" destId="{24931F39-CF47-44CE-8F8E-D7A3552DAC22}" srcOrd="0" destOrd="0" presId="urn:microsoft.com/office/officeart/2005/8/layout/vList2"/>
    <dgm:cxn modelId="{3863D10F-9D6F-437D-A733-1C0990D93BE2}" type="presParOf" srcId="{24931F39-CF47-44CE-8F8E-D7A3552DAC22}" destId="{550D0EC6-98C4-4E61-B6D3-6C523CE315D5}" srcOrd="0" destOrd="0" presId="urn:microsoft.com/office/officeart/2005/8/layout/vList2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E03473-A619-4B22-B23F-FA3788354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675EC-6B1D-4880-8122-D483FF2D3446}">
      <dgm:prSet/>
      <dgm:spPr/>
      <dgm:t>
        <a:bodyPr/>
        <a:lstStyle/>
        <a:p>
          <a:pPr algn="ctr" rtl="0"/>
          <a:r>
            <a:rPr lang="en-US" dirty="0" smtClean="0"/>
            <a:t>Bi-directional Ball </a:t>
          </a:r>
          <a:r>
            <a:rPr lang="en-US" dirty="0" err="1" smtClean="0"/>
            <a:t>Prover</a:t>
          </a:r>
          <a:endParaRPr lang="en-US" dirty="0"/>
        </a:p>
      </dgm:t>
    </dgm:pt>
    <dgm:pt modelId="{7479C22A-80BD-4648-8C76-AB0C9E77862F}" type="parTrans" cxnId="{6D79DB27-D169-4038-8423-D475396ADA73}">
      <dgm:prSet/>
      <dgm:spPr/>
      <dgm:t>
        <a:bodyPr/>
        <a:lstStyle/>
        <a:p>
          <a:endParaRPr lang="en-US"/>
        </a:p>
      </dgm:t>
    </dgm:pt>
    <dgm:pt modelId="{5A35DBAF-3810-42E7-A00A-03FA766CFF8A}" type="sibTrans" cxnId="{6D79DB27-D169-4038-8423-D475396ADA73}">
      <dgm:prSet/>
      <dgm:spPr/>
      <dgm:t>
        <a:bodyPr/>
        <a:lstStyle/>
        <a:p>
          <a:endParaRPr lang="en-US"/>
        </a:p>
      </dgm:t>
    </dgm:pt>
    <dgm:pt modelId="{24931F39-CF47-44CE-8F8E-D7A3552DAC22}" type="pres">
      <dgm:prSet presAssocID="{B5E03473-A619-4B22-B23F-FA3788354192}" presName="linear" presStyleCnt="0">
        <dgm:presLayoutVars>
          <dgm:animLvl val="lvl"/>
          <dgm:resizeHandles val="exact"/>
        </dgm:presLayoutVars>
      </dgm:prSet>
      <dgm:spPr/>
    </dgm:pt>
    <dgm:pt modelId="{550D0EC6-98C4-4E61-B6D3-6C523CE315D5}" type="pres">
      <dgm:prSet presAssocID="{682675EC-6B1D-4880-8122-D483FF2D344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56D362-A28D-41ED-9404-91EDD4E9E2D6}" type="presOf" srcId="{B5E03473-A619-4B22-B23F-FA3788354192}" destId="{24931F39-CF47-44CE-8F8E-D7A3552DAC22}" srcOrd="0" destOrd="0" presId="urn:microsoft.com/office/officeart/2005/8/layout/vList2"/>
    <dgm:cxn modelId="{5EE18FA2-F56D-4D3E-9D47-942466831B7A}" type="presOf" srcId="{682675EC-6B1D-4880-8122-D483FF2D3446}" destId="{550D0EC6-98C4-4E61-B6D3-6C523CE315D5}" srcOrd="0" destOrd="0" presId="urn:microsoft.com/office/officeart/2005/8/layout/vList2"/>
    <dgm:cxn modelId="{6D79DB27-D169-4038-8423-D475396ADA73}" srcId="{B5E03473-A619-4B22-B23F-FA3788354192}" destId="{682675EC-6B1D-4880-8122-D483FF2D3446}" srcOrd="0" destOrd="0" parTransId="{7479C22A-80BD-4648-8C76-AB0C9E77862F}" sibTransId="{5A35DBAF-3810-42E7-A00A-03FA766CFF8A}"/>
    <dgm:cxn modelId="{A78E536A-2F3D-4F0A-9DC0-AA3AD7E26821}" type="presParOf" srcId="{24931F39-CF47-44CE-8F8E-D7A3552DAC22}" destId="{550D0EC6-98C4-4E61-B6D3-6C523CE315D5}" srcOrd="0" destOrd="0" presId="urn:microsoft.com/office/officeart/2005/8/layout/vList2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5E03473-A619-4B22-B23F-FA3788354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675EC-6B1D-4880-8122-D483FF2D3446}">
      <dgm:prSet/>
      <dgm:spPr/>
      <dgm:t>
        <a:bodyPr/>
        <a:lstStyle/>
        <a:p>
          <a:pPr algn="ctr" rtl="0"/>
          <a:r>
            <a:rPr lang="en-US" dirty="0" smtClean="0"/>
            <a:t>Further Study</a:t>
          </a:r>
          <a:endParaRPr lang="en-US" dirty="0"/>
        </a:p>
      </dgm:t>
    </dgm:pt>
    <dgm:pt modelId="{7479C22A-80BD-4648-8C76-AB0C9E77862F}" type="parTrans" cxnId="{6D79DB27-D169-4038-8423-D475396ADA73}">
      <dgm:prSet/>
      <dgm:spPr/>
      <dgm:t>
        <a:bodyPr/>
        <a:lstStyle/>
        <a:p>
          <a:endParaRPr lang="en-US"/>
        </a:p>
      </dgm:t>
    </dgm:pt>
    <dgm:pt modelId="{5A35DBAF-3810-42E7-A00A-03FA766CFF8A}" type="sibTrans" cxnId="{6D79DB27-D169-4038-8423-D475396ADA73}">
      <dgm:prSet/>
      <dgm:spPr/>
      <dgm:t>
        <a:bodyPr/>
        <a:lstStyle/>
        <a:p>
          <a:endParaRPr lang="en-US"/>
        </a:p>
      </dgm:t>
    </dgm:pt>
    <dgm:pt modelId="{24931F39-CF47-44CE-8F8E-D7A3552DAC22}" type="pres">
      <dgm:prSet presAssocID="{B5E03473-A619-4B22-B23F-FA3788354192}" presName="linear" presStyleCnt="0">
        <dgm:presLayoutVars>
          <dgm:animLvl val="lvl"/>
          <dgm:resizeHandles val="exact"/>
        </dgm:presLayoutVars>
      </dgm:prSet>
      <dgm:spPr/>
    </dgm:pt>
    <dgm:pt modelId="{550D0EC6-98C4-4E61-B6D3-6C523CE315D5}" type="pres">
      <dgm:prSet presAssocID="{682675EC-6B1D-4880-8122-D483FF2D344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F5D8D7-7693-474C-8ABC-1905679C2CFF}" type="presOf" srcId="{682675EC-6B1D-4880-8122-D483FF2D3446}" destId="{550D0EC6-98C4-4E61-B6D3-6C523CE315D5}" srcOrd="0" destOrd="0" presId="urn:microsoft.com/office/officeart/2005/8/layout/vList2"/>
    <dgm:cxn modelId="{AB8FDECE-C735-4567-A1E8-38F6430BF6C2}" type="presOf" srcId="{B5E03473-A619-4B22-B23F-FA3788354192}" destId="{24931F39-CF47-44CE-8F8E-D7A3552DAC22}" srcOrd="0" destOrd="0" presId="urn:microsoft.com/office/officeart/2005/8/layout/vList2"/>
    <dgm:cxn modelId="{6D79DB27-D169-4038-8423-D475396ADA73}" srcId="{B5E03473-A619-4B22-B23F-FA3788354192}" destId="{682675EC-6B1D-4880-8122-D483FF2D3446}" srcOrd="0" destOrd="0" parTransId="{7479C22A-80BD-4648-8C76-AB0C9E77862F}" sibTransId="{5A35DBAF-3810-42E7-A00A-03FA766CFF8A}"/>
    <dgm:cxn modelId="{584E65CA-CC2C-4952-A597-E1C6DAB43248}" type="presParOf" srcId="{24931F39-CF47-44CE-8F8E-D7A3552DAC22}" destId="{550D0EC6-98C4-4E61-B6D3-6C523CE315D5}" srcOrd="0" destOrd="0" presId="urn:microsoft.com/office/officeart/2005/8/layout/vList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5F846-B95D-4DAF-A370-EEA01C39B91A}" type="datetimeFigureOut">
              <a:rPr lang="en-US" smtClean="0"/>
              <a:t>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08E34-B6F0-454B-89EC-19289E5DFE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13" Type="http://schemas.openxmlformats.org/officeDocument/2006/relationships/diagramColors" Target="../diagrams/colors5.xml"/><Relationship Id="rId3" Type="http://schemas.openxmlformats.org/officeDocument/2006/relationships/diagramLayout" Target="../diagrams/layout3.xml"/><Relationship Id="rId7" Type="http://schemas.openxmlformats.org/officeDocument/2006/relationships/diagramLayout" Target="../diagrams/layout4.xml"/><Relationship Id="rId12" Type="http://schemas.openxmlformats.org/officeDocument/2006/relationships/diagramQuickStyle" Target="../diagrams/quickStyle5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11" Type="http://schemas.openxmlformats.org/officeDocument/2006/relationships/diagramLayout" Target="../diagrams/layout5.xml"/><Relationship Id="rId5" Type="http://schemas.openxmlformats.org/officeDocument/2006/relationships/diagramColors" Target="../diagrams/colors3.xml"/><Relationship Id="rId10" Type="http://schemas.openxmlformats.org/officeDocument/2006/relationships/diagramData" Target="../diagrams/data5.xml"/><Relationship Id="rId4" Type="http://schemas.openxmlformats.org/officeDocument/2006/relationships/diagramQuickStyle" Target="../diagrams/quickStyle3.xml"/><Relationship Id="rId9" Type="http://schemas.openxmlformats.org/officeDocument/2006/relationships/diagramColors" Target="../diagrams/colors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838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Ball Prov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3962400"/>
            <a:ext cx="5558473" cy="2324100"/>
          </a:xfrm>
          <a:prstGeom prst="rect">
            <a:avLst/>
          </a:prstGeom>
        </p:spPr>
      </p:pic>
      <p:pic>
        <p:nvPicPr>
          <p:cNvPr id="6" name="Picture 5" descr="Ball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133600"/>
            <a:ext cx="2655216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46237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/>
        </p:nvGraphicFramePr>
        <p:xfrm>
          <a:off x="457200" y="274638"/>
          <a:ext cx="8229600" cy="792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2667000"/>
          <a:ext cx="8229600" cy="3459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1295400" y="1219200"/>
          <a:ext cx="6553200" cy="1231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Diagram 91"/>
          <p:cNvGraphicFramePr/>
          <p:nvPr/>
        </p:nvGraphicFramePr>
        <p:xfrm>
          <a:off x="2133600" y="304800"/>
          <a:ext cx="5181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owchart: Collate 3"/>
          <p:cNvSpPr/>
          <p:nvPr/>
        </p:nvSpPr>
        <p:spPr>
          <a:xfrm rot="5400000">
            <a:off x="1638300" y="4838700"/>
            <a:ext cx="152400" cy="533400"/>
          </a:xfrm>
          <a:prstGeom prst="flowChartCol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10800000" flipV="1">
            <a:off x="929640" y="5105400"/>
            <a:ext cx="518160" cy="1588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>
            <a:off x="914400" y="5105400"/>
            <a:ext cx="457200" cy="1588"/>
          </a:xfrm>
          <a:prstGeom prst="line">
            <a:avLst/>
          </a:prstGeom>
          <a:ln w="254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0800000">
            <a:off x="1981200" y="5105400"/>
            <a:ext cx="457200" cy="1588"/>
          </a:xfrm>
          <a:prstGeom prst="line">
            <a:avLst/>
          </a:prstGeom>
          <a:ln w="254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438400" y="4724400"/>
            <a:ext cx="1219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Meter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19" name="Straight Connector 18"/>
          <p:cNvCxnSpPr>
            <a:stCxn id="17" idx="3"/>
          </p:cNvCxnSpPr>
          <p:nvPr/>
        </p:nvCxnSpPr>
        <p:spPr>
          <a:xfrm>
            <a:off x="3657600" y="5105400"/>
            <a:ext cx="1219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4382294" y="3618706"/>
            <a:ext cx="838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800600" y="3200400"/>
            <a:ext cx="685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705600" y="3200400"/>
            <a:ext cx="685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0" y="2819400"/>
            <a:ext cx="1219200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Flow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Section</a:t>
            </a:r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4876800" y="5105400"/>
            <a:ext cx="25146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Collate 30"/>
          <p:cNvSpPr/>
          <p:nvPr/>
        </p:nvSpPr>
        <p:spPr>
          <a:xfrm rot="5400000">
            <a:off x="4724400" y="40386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 flipH="1" flipV="1">
            <a:off x="4572000" y="4876800"/>
            <a:ext cx="457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Collate 34"/>
          <p:cNvSpPr/>
          <p:nvPr/>
        </p:nvSpPr>
        <p:spPr>
          <a:xfrm rot="5400000">
            <a:off x="5372100" y="4838700"/>
            <a:ext cx="152400" cy="533400"/>
          </a:xfrm>
          <a:prstGeom prst="flowChartCol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rot="5400000" flipH="1" flipV="1">
            <a:off x="6973094" y="3618706"/>
            <a:ext cx="838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Collate 41"/>
          <p:cNvSpPr/>
          <p:nvPr/>
        </p:nvSpPr>
        <p:spPr>
          <a:xfrm rot="5400000">
            <a:off x="7315200" y="40386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rot="5400000" flipH="1" flipV="1">
            <a:off x="7162800" y="4876800"/>
            <a:ext cx="457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438400" y="1981200"/>
            <a:ext cx="1219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Computer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46" name="Straight Arrow Connector 45"/>
          <p:cNvCxnSpPr>
            <a:stCxn id="26" idx="0"/>
            <a:endCxn id="71" idx="2"/>
          </p:cNvCxnSpPr>
          <p:nvPr/>
        </p:nvCxnSpPr>
        <p:spPr>
          <a:xfrm rot="5400000" flipH="1" flipV="1">
            <a:off x="6019800" y="2743200"/>
            <a:ext cx="1524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 flipH="1" flipV="1">
            <a:off x="7125494" y="5066506"/>
            <a:ext cx="5334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Collate 47"/>
          <p:cNvSpPr/>
          <p:nvPr/>
        </p:nvSpPr>
        <p:spPr>
          <a:xfrm rot="5400000">
            <a:off x="7315200" y="53340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>
            <a:stCxn id="17" idx="0"/>
            <a:endCxn id="44" idx="2"/>
          </p:cNvCxnSpPr>
          <p:nvPr/>
        </p:nvCxnSpPr>
        <p:spPr>
          <a:xfrm rot="5400000" flipH="1" flipV="1">
            <a:off x="2057400" y="3733800"/>
            <a:ext cx="19812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71" idx="1"/>
          </p:cNvCxnSpPr>
          <p:nvPr/>
        </p:nvCxnSpPr>
        <p:spPr>
          <a:xfrm>
            <a:off x="3657600" y="2362200"/>
            <a:ext cx="19050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810000" y="4495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4191000" y="4495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61" name="Straight Connector 60"/>
          <p:cNvCxnSpPr/>
          <p:nvPr/>
        </p:nvCxnSpPr>
        <p:spPr>
          <a:xfrm rot="5400000">
            <a:off x="3810794" y="4952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4191794" y="4952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7244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51054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rot="5400000">
            <a:off x="47251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51061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7818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71628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 rot="5400000">
            <a:off x="67825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71635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562600" y="2057400"/>
            <a:ext cx="10668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Pulse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Counter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57200" y="4800600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Transfer Line</a:t>
            </a:r>
            <a:endParaRPr lang="en-US" sz="1000" dirty="0"/>
          </a:p>
        </p:txBody>
      </p:sp>
      <p:sp>
        <p:nvSpPr>
          <p:cNvPr id="84" name="Freeform 83"/>
          <p:cNvSpPr/>
          <p:nvPr/>
        </p:nvSpPr>
        <p:spPr>
          <a:xfrm>
            <a:off x="876300" y="5016500"/>
            <a:ext cx="88900" cy="241300"/>
          </a:xfrm>
          <a:custGeom>
            <a:avLst/>
            <a:gdLst>
              <a:gd name="connsiteX0" fmla="*/ 0 w 88900"/>
              <a:gd name="connsiteY0" fmla="*/ 0 h 241300"/>
              <a:gd name="connsiteX1" fmla="*/ 88900 w 88900"/>
              <a:gd name="connsiteY1" fmla="*/ 2413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900" h="241300">
                <a:moveTo>
                  <a:pt x="0" y="0"/>
                </a:moveTo>
                <a:cubicBezTo>
                  <a:pt x="40216" y="99483"/>
                  <a:pt x="80433" y="198967"/>
                  <a:pt x="88900" y="241300"/>
                </a:cubicBezTo>
              </a:path>
            </a:pathLst>
          </a:cu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/>
          <p:cNvCxnSpPr/>
          <p:nvPr/>
        </p:nvCxnSpPr>
        <p:spPr>
          <a:xfrm rot="5400000" flipH="1" flipV="1">
            <a:off x="7239794" y="6095206"/>
            <a:ext cx="304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10800000">
            <a:off x="7239000" y="6172200"/>
            <a:ext cx="304800" cy="15240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flipV="1">
            <a:off x="1371600" y="2438400"/>
            <a:ext cx="9906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rot="16200000" flipH="1">
            <a:off x="1866900" y="3924300"/>
            <a:ext cx="8382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 flipV="1">
            <a:off x="914400" y="5181600"/>
            <a:ext cx="7620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V="1">
            <a:off x="4724400" y="5181600"/>
            <a:ext cx="7620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flipV="1">
            <a:off x="6477000" y="5562600"/>
            <a:ext cx="7620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3886200" y="3810000"/>
            <a:ext cx="838200" cy="5334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6477000" y="3886200"/>
            <a:ext cx="838200" cy="4572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4724400" y="1752600"/>
            <a:ext cx="685800" cy="3048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V="1">
            <a:off x="5334000" y="3657600"/>
            <a:ext cx="7620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16200000" flipH="1">
            <a:off x="3352800" y="3733800"/>
            <a:ext cx="685800" cy="5334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V="1">
            <a:off x="3962400" y="2895600"/>
            <a:ext cx="762000" cy="3810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5400000">
            <a:off x="6972300" y="2095500"/>
            <a:ext cx="609600" cy="3810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914400" y="5105400"/>
            <a:ext cx="64008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rot="5400000">
            <a:off x="6819900" y="5676900"/>
            <a:ext cx="11430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914400" y="5105400"/>
            <a:ext cx="38862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rot="5400000" flipH="1" flipV="1">
            <a:off x="3848100" y="4152900"/>
            <a:ext cx="19050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4800600" y="3200400"/>
            <a:ext cx="25908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5400000" flipH="1" flipV="1">
            <a:off x="5868194" y="4724400"/>
            <a:ext cx="3047206" cy="794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6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3" dur="5000" fill="hold"/>
                                        <p:tgtEl>
                                          <p:spTgt spid="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Diagram 91"/>
          <p:cNvGraphicFramePr/>
          <p:nvPr/>
        </p:nvGraphicFramePr>
        <p:xfrm>
          <a:off x="2133600" y="304800"/>
          <a:ext cx="5181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owchart: Collate 3"/>
          <p:cNvSpPr/>
          <p:nvPr/>
        </p:nvSpPr>
        <p:spPr>
          <a:xfrm rot="5400000">
            <a:off x="1638300" y="4838700"/>
            <a:ext cx="152400" cy="533400"/>
          </a:xfrm>
          <a:prstGeom prst="flowChartCol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10800000" flipV="1">
            <a:off x="929640" y="5105400"/>
            <a:ext cx="518160" cy="1588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>
            <a:off x="914400" y="5105400"/>
            <a:ext cx="457200" cy="1588"/>
          </a:xfrm>
          <a:prstGeom prst="line">
            <a:avLst/>
          </a:prstGeom>
          <a:ln w="254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0800000">
            <a:off x="1981200" y="5105400"/>
            <a:ext cx="457200" cy="1588"/>
          </a:xfrm>
          <a:prstGeom prst="line">
            <a:avLst/>
          </a:prstGeom>
          <a:ln w="254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438400" y="4724400"/>
            <a:ext cx="1219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Meter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19" name="Straight Connector 18"/>
          <p:cNvCxnSpPr>
            <a:stCxn id="17" idx="3"/>
          </p:cNvCxnSpPr>
          <p:nvPr/>
        </p:nvCxnSpPr>
        <p:spPr>
          <a:xfrm>
            <a:off x="3657600" y="5105400"/>
            <a:ext cx="1219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4382294" y="3618706"/>
            <a:ext cx="838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800600" y="3200400"/>
            <a:ext cx="685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705600" y="3200400"/>
            <a:ext cx="685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0" y="2819400"/>
            <a:ext cx="1219200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Flow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Section</a:t>
            </a:r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4876800" y="5105400"/>
            <a:ext cx="25146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Collate 30"/>
          <p:cNvSpPr/>
          <p:nvPr/>
        </p:nvSpPr>
        <p:spPr>
          <a:xfrm rot="5400000">
            <a:off x="4724400" y="40386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 flipH="1" flipV="1">
            <a:off x="4572000" y="4876800"/>
            <a:ext cx="457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Collate 34"/>
          <p:cNvSpPr/>
          <p:nvPr/>
        </p:nvSpPr>
        <p:spPr>
          <a:xfrm rot="5400000">
            <a:off x="5372100" y="4838700"/>
            <a:ext cx="152400" cy="533400"/>
          </a:xfrm>
          <a:prstGeom prst="flowChartCol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rot="5400000" flipH="1" flipV="1">
            <a:off x="6973094" y="3618706"/>
            <a:ext cx="838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Collate 41"/>
          <p:cNvSpPr/>
          <p:nvPr/>
        </p:nvSpPr>
        <p:spPr>
          <a:xfrm rot="5400000">
            <a:off x="7315200" y="40386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rot="5400000" flipH="1" flipV="1">
            <a:off x="7162800" y="4876800"/>
            <a:ext cx="457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438400" y="1981200"/>
            <a:ext cx="1219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Computer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46" name="Straight Arrow Connector 45"/>
          <p:cNvCxnSpPr>
            <a:stCxn id="26" idx="0"/>
            <a:endCxn id="71" idx="2"/>
          </p:cNvCxnSpPr>
          <p:nvPr/>
        </p:nvCxnSpPr>
        <p:spPr>
          <a:xfrm rot="5400000" flipH="1" flipV="1">
            <a:off x="6019800" y="2743200"/>
            <a:ext cx="1524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 flipH="1" flipV="1">
            <a:off x="7125494" y="5066506"/>
            <a:ext cx="5334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Collate 47"/>
          <p:cNvSpPr/>
          <p:nvPr/>
        </p:nvSpPr>
        <p:spPr>
          <a:xfrm rot="5400000">
            <a:off x="7315200" y="53340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>
            <a:stCxn id="17" idx="0"/>
            <a:endCxn id="44" idx="2"/>
          </p:cNvCxnSpPr>
          <p:nvPr/>
        </p:nvCxnSpPr>
        <p:spPr>
          <a:xfrm rot="5400000" flipH="1" flipV="1">
            <a:off x="2057400" y="3733800"/>
            <a:ext cx="19812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71" idx="1"/>
          </p:cNvCxnSpPr>
          <p:nvPr/>
        </p:nvCxnSpPr>
        <p:spPr>
          <a:xfrm>
            <a:off x="3657600" y="2362200"/>
            <a:ext cx="19050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810000" y="4495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4191000" y="4495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61" name="Straight Connector 60"/>
          <p:cNvCxnSpPr/>
          <p:nvPr/>
        </p:nvCxnSpPr>
        <p:spPr>
          <a:xfrm rot="5400000">
            <a:off x="3810794" y="4952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4191794" y="4952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7244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51054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rot="5400000">
            <a:off x="47251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51061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7818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71628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 rot="5400000">
            <a:off x="67825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71635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562600" y="2057400"/>
            <a:ext cx="10668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Pulse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Counter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57200" y="4800600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Transfer Line</a:t>
            </a:r>
            <a:endParaRPr lang="en-US" sz="1000" dirty="0"/>
          </a:p>
        </p:txBody>
      </p:sp>
      <p:sp>
        <p:nvSpPr>
          <p:cNvPr id="84" name="Freeform 83"/>
          <p:cNvSpPr/>
          <p:nvPr/>
        </p:nvSpPr>
        <p:spPr>
          <a:xfrm>
            <a:off x="876300" y="5016500"/>
            <a:ext cx="88900" cy="241300"/>
          </a:xfrm>
          <a:custGeom>
            <a:avLst/>
            <a:gdLst>
              <a:gd name="connsiteX0" fmla="*/ 0 w 88900"/>
              <a:gd name="connsiteY0" fmla="*/ 0 h 241300"/>
              <a:gd name="connsiteX1" fmla="*/ 88900 w 88900"/>
              <a:gd name="connsiteY1" fmla="*/ 2413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900" h="241300">
                <a:moveTo>
                  <a:pt x="0" y="0"/>
                </a:moveTo>
                <a:cubicBezTo>
                  <a:pt x="40216" y="99483"/>
                  <a:pt x="80433" y="198967"/>
                  <a:pt x="88900" y="241300"/>
                </a:cubicBezTo>
              </a:path>
            </a:pathLst>
          </a:cu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/>
          <p:cNvCxnSpPr/>
          <p:nvPr/>
        </p:nvCxnSpPr>
        <p:spPr>
          <a:xfrm rot="5400000" flipH="1" flipV="1">
            <a:off x="7239794" y="6095206"/>
            <a:ext cx="304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10800000">
            <a:off x="7239000" y="6172200"/>
            <a:ext cx="304800" cy="15240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914400" y="5105400"/>
            <a:ext cx="38862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rot="5400000" flipH="1" flipV="1">
            <a:off x="3848100" y="4152900"/>
            <a:ext cx="19050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4800600" y="3200400"/>
            <a:ext cx="25908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5400000" flipH="1" flipV="1">
            <a:off x="5868194" y="4723606"/>
            <a:ext cx="3047206" cy="794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486400" y="2819400"/>
            <a:ext cx="1219200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Flow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Section</a:t>
            </a:r>
            <a:endParaRPr lang="en-US" sz="1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73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 rot="16200000">
            <a:off x="3009900" y="4838700"/>
            <a:ext cx="457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16200000">
            <a:off x="3162300" y="3467100"/>
            <a:ext cx="457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2" name="Diagram 91"/>
          <p:cNvGraphicFramePr/>
          <p:nvPr/>
        </p:nvGraphicFramePr>
        <p:xfrm>
          <a:off x="2133600" y="304800"/>
          <a:ext cx="5181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" name="Block Arc 49"/>
          <p:cNvSpPr/>
          <p:nvPr/>
        </p:nvSpPr>
        <p:spPr>
          <a:xfrm rot="5400000">
            <a:off x="6324600" y="3810000"/>
            <a:ext cx="914400" cy="914400"/>
          </a:xfrm>
          <a:prstGeom prst="blockArc">
            <a:avLst>
              <a:gd name="adj1" fmla="val 10711879"/>
              <a:gd name="adj2" fmla="val 0"/>
              <a:gd name="adj3" fmla="val 25000"/>
            </a:avLst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133600" y="4495800"/>
            <a:ext cx="4648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447800" y="3810000"/>
            <a:ext cx="53340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/>
          <p:cNvSpPr/>
          <p:nvPr/>
        </p:nvSpPr>
        <p:spPr>
          <a:xfrm>
            <a:off x="6705600" y="38100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/>
          <p:cNvSpPr/>
          <p:nvPr/>
        </p:nvSpPr>
        <p:spPr>
          <a:xfrm>
            <a:off x="6705600" y="38862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lowchart: Connector 74"/>
          <p:cNvSpPr/>
          <p:nvPr/>
        </p:nvSpPr>
        <p:spPr>
          <a:xfrm>
            <a:off x="6705600" y="44958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/>
          <p:cNvSpPr/>
          <p:nvPr/>
        </p:nvSpPr>
        <p:spPr>
          <a:xfrm>
            <a:off x="6705600" y="45720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Connector 76"/>
          <p:cNvSpPr/>
          <p:nvPr/>
        </p:nvSpPr>
        <p:spPr>
          <a:xfrm>
            <a:off x="3276600" y="37338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Connector 78"/>
          <p:cNvSpPr/>
          <p:nvPr/>
        </p:nvSpPr>
        <p:spPr>
          <a:xfrm>
            <a:off x="3352800" y="37338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/>
          <p:cNvSpPr/>
          <p:nvPr/>
        </p:nvSpPr>
        <p:spPr>
          <a:xfrm>
            <a:off x="3124200" y="46482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owchart: Connector 80"/>
          <p:cNvSpPr/>
          <p:nvPr/>
        </p:nvSpPr>
        <p:spPr>
          <a:xfrm>
            <a:off x="3200400" y="46482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/>
          <p:cNvSpPr/>
          <p:nvPr/>
        </p:nvSpPr>
        <p:spPr>
          <a:xfrm>
            <a:off x="3276600" y="3429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lowchart: Connector 88"/>
          <p:cNvSpPr/>
          <p:nvPr/>
        </p:nvSpPr>
        <p:spPr>
          <a:xfrm>
            <a:off x="3429000" y="3810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/>
          <p:cNvSpPr/>
          <p:nvPr/>
        </p:nvSpPr>
        <p:spPr>
          <a:xfrm>
            <a:off x="4038600" y="3810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lowchart: Connector 92"/>
          <p:cNvSpPr/>
          <p:nvPr/>
        </p:nvSpPr>
        <p:spPr>
          <a:xfrm>
            <a:off x="5029200" y="3810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lowchart: Connector 94"/>
          <p:cNvSpPr/>
          <p:nvPr/>
        </p:nvSpPr>
        <p:spPr>
          <a:xfrm>
            <a:off x="6096000" y="3810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lowchart: Connector 96"/>
          <p:cNvSpPr/>
          <p:nvPr/>
        </p:nvSpPr>
        <p:spPr>
          <a:xfrm>
            <a:off x="7010400" y="4114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lowchart: Connector 98"/>
          <p:cNvSpPr/>
          <p:nvPr/>
        </p:nvSpPr>
        <p:spPr>
          <a:xfrm>
            <a:off x="6172200" y="4495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lowchart: Connector 100"/>
          <p:cNvSpPr/>
          <p:nvPr/>
        </p:nvSpPr>
        <p:spPr>
          <a:xfrm>
            <a:off x="5029200" y="4495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lowchart: Connector 102"/>
          <p:cNvSpPr/>
          <p:nvPr/>
        </p:nvSpPr>
        <p:spPr>
          <a:xfrm>
            <a:off x="3886200" y="4495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/>
          <p:cNvSpPr/>
          <p:nvPr/>
        </p:nvSpPr>
        <p:spPr>
          <a:xfrm>
            <a:off x="3352800" y="4495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lowchart: Connector 104"/>
          <p:cNvSpPr/>
          <p:nvPr/>
        </p:nvSpPr>
        <p:spPr>
          <a:xfrm>
            <a:off x="3124200" y="48006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1905000" y="32004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08" name="Straight Connector 107"/>
          <p:cNvCxnSpPr/>
          <p:nvPr/>
        </p:nvCxnSpPr>
        <p:spPr>
          <a:xfrm rot="5400000">
            <a:off x="1905794" y="36568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rot="5400000">
            <a:off x="2286794" y="36568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Half Frame 110"/>
          <p:cNvSpPr/>
          <p:nvPr/>
        </p:nvSpPr>
        <p:spPr>
          <a:xfrm>
            <a:off x="1676400" y="4495800"/>
            <a:ext cx="762000" cy="685800"/>
          </a:xfrm>
          <a:prstGeom prst="halfFram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Flowchart: Connector 111"/>
          <p:cNvSpPr/>
          <p:nvPr/>
        </p:nvSpPr>
        <p:spPr>
          <a:xfrm>
            <a:off x="2286000" y="44958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lowchart: Connector 112"/>
          <p:cNvSpPr/>
          <p:nvPr/>
        </p:nvSpPr>
        <p:spPr>
          <a:xfrm>
            <a:off x="2209800" y="45720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2209800" y="50292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590800" y="50292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16" name="Straight Connector 115"/>
          <p:cNvCxnSpPr/>
          <p:nvPr/>
        </p:nvCxnSpPr>
        <p:spPr>
          <a:xfrm rot="5400000">
            <a:off x="2591594" y="48760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rot="5400000">
            <a:off x="2210594" y="48760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rot="5400000">
            <a:off x="4075906" y="3695700"/>
            <a:ext cx="229394" cy="794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rot="5400000">
            <a:off x="3848100" y="4838700"/>
            <a:ext cx="229394" cy="7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>
            <a:off x="3962400" y="4953000"/>
            <a:ext cx="36576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 rot="5400000">
            <a:off x="6667500" y="4000500"/>
            <a:ext cx="19050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6705600" y="2438400"/>
            <a:ext cx="10668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Pulse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Counter</a:t>
            </a:r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/>
          <p:cNvCxnSpPr/>
          <p:nvPr/>
        </p:nvCxnSpPr>
        <p:spPr>
          <a:xfrm>
            <a:off x="4191000" y="3581400"/>
            <a:ext cx="32004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 rot="5400000">
            <a:off x="7124700" y="3314700"/>
            <a:ext cx="5334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>
            <a:off x="4191000" y="3581400"/>
            <a:ext cx="3200400" cy="1588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rot="5400000">
            <a:off x="7124700" y="3314700"/>
            <a:ext cx="533400" cy="1588"/>
          </a:xfrm>
          <a:prstGeom prst="straightConnector1">
            <a:avLst/>
          </a:prstGeom>
          <a:ln w="38100">
            <a:solidFill>
              <a:srgbClr val="06AA0E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3962400" y="4953000"/>
            <a:ext cx="3657600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 rot="5400000" flipH="1" flipV="1">
            <a:off x="6667500" y="4000500"/>
            <a:ext cx="1905000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>
            <a:off x="685800" y="3886200"/>
            <a:ext cx="1066800" cy="1588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 rot="5400000">
            <a:off x="1257300" y="5295900"/>
            <a:ext cx="1143000" cy="1588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3657600" y="2133600"/>
            <a:ext cx="1219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Computer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164" name="Straight Arrow Connector 163"/>
          <p:cNvCxnSpPr/>
          <p:nvPr/>
        </p:nvCxnSpPr>
        <p:spPr>
          <a:xfrm>
            <a:off x="4953000" y="2590800"/>
            <a:ext cx="17526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3" grpId="0" animBg="1"/>
      <p:bldP spid="93" grpId="2" animBg="1"/>
      <p:bldP spid="95" grpId="0" animBg="1"/>
      <p:bldP spid="95" grpId="1" animBg="1"/>
      <p:bldP spid="97" grpId="0" animBg="1"/>
      <p:bldP spid="97" grpId="1" animBg="1"/>
      <p:bldP spid="99" grpId="0" animBg="1"/>
      <p:bldP spid="99" grpId="1" animBg="1"/>
      <p:bldP spid="101" grpId="0" animBg="1"/>
      <p:bldP spid="101" grpId="1" animBg="1"/>
      <p:bldP spid="103" grpId="0" animBg="1"/>
      <p:bldP spid="103" grpId="1" animBg="1"/>
      <p:bldP spid="104" grpId="0" animBg="1"/>
      <p:bldP spid="104" grpId="1" animBg="1"/>
      <p:bldP spid="10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Meter Factor is the number used to correct the difference between the Flow Meter’s measurement and the measurement provided by the </a:t>
            </a:r>
            <a:r>
              <a:rPr lang="en-US" dirty="0" err="1" smtClean="0"/>
              <a:t>Prover</a:t>
            </a:r>
            <a:r>
              <a:rPr lang="en-US" dirty="0" smtClean="0"/>
              <a:t>.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/>
          </a:p>
          <a:p>
            <a:pPr algn="ctr">
              <a:buNone/>
            </a:pPr>
            <a:r>
              <a:rPr lang="en-US" dirty="0" smtClean="0"/>
              <a:t>(Meter Factor) x (Flow Meter Measurement) = </a:t>
            </a:r>
            <a:r>
              <a:rPr lang="en-US" dirty="0" err="1" smtClean="0"/>
              <a:t>Prover</a:t>
            </a:r>
            <a:r>
              <a:rPr lang="en-US" dirty="0" smtClean="0"/>
              <a:t> Measurement </a:t>
            </a:r>
            <a:endParaRPr lang="en-US" dirty="0" smtClean="0"/>
          </a:p>
          <a:p>
            <a:pPr>
              <a:buNone/>
            </a:pPr>
            <a:r>
              <a:rPr lang="en-US" dirty="0"/>
              <a:t> </a:t>
            </a:r>
          </a:p>
        </p:txBody>
      </p:sp>
      <p:grpSp>
        <p:nvGrpSpPr>
          <p:cNvPr id="4" name="Title 3"/>
          <p:cNvGrpSpPr>
            <a:grpSpLocks noGrp="1"/>
          </p:cNvGrpSpPr>
          <p:nvPr>
            <p:ph type="title"/>
          </p:nvPr>
        </p:nvGrpSpPr>
        <p:grpSpPr>
          <a:xfrm>
            <a:off x="381000" y="228600"/>
            <a:ext cx="8236996" cy="1143000"/>
            <a:chOff x="-47978" y="92032"/>
            <a:chExt cx="5186257" cy="887445"/>
          </a:xfrm>
        </p:grpSpPr>
        <p:sp>
          <p:nvSpPr>
            <p:cNvPr id="5" name="Rounded Rectangle 4"/>
            <p:cNvSpPr/>
            <p:nvPr/>
          </p:nvSpPr>
          <p:spPr>
            <a:xfrm>
              <a:off x="-47978" y="92032"/>
              <a:ext cx="5181600" cy="88744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43321" y="171098"/>
              <a:ext cx="5094958" cy="8008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0970" tIns="140970" rIns="140970" bIns="140970" numCol="1" spcCol="1270" anchor="ctr" anchorCtr="0">
              <a:noAutofit/>
            </a:bodyPr>
            <a:lstStyle/>
            <a:p>
              <a:pPr lvl="0" algn="ctr" defTabSz="1644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700" kern="1200" dirty="0" smtClean="0"/>
                <a:t>Meter Factor</a:t>
              </a:r>
              <a:endParaRPr lang="en-US" sz="37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Here are some concepts that directly relate to the ones in this presentation. If you have a deeper interest you can find these topics on the internet: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124200" y="3429001"/>
            <a:ext cx="289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K-factor</a:t>
            </a:r>
          </a:p>
          <a:p>
            <a:r>
              <a:rPr lang="en-US" dirty="0" smtClean="0"/>
              <a:t>Measurement Uncertainty</a:t>
            </a:r>
          </a:p>
          <a:p>
            <a:r>
              <a:rPr lang="en-US" dirty="0" smtClean="0"/>
              <a:t>Repeatability</a:t>
            </a:r>
          </a:p>
          <a:p>
            <a:r>
              <a:rPr lang="en-US" dirty="0" smtClean="0"/>
              <a:t>Piston </a:t>
            </a:r>
            <a:r>
              <a:rPr lang="en-US" dirty="0" err="1" smtClean="0"/>
              <a:t>Provers</a:t>
            </a:r>
            <a:endParaRPr lang="en-US" dirty="0" smtClean="0"/>
          </a:p>
          <a:p>
            <a:r>
              <a:rPr lang="en-US" dirty="0" smtClean="0"/>
              <a:t>Unidirectional </a:t>
            </a:r>
            <a:r>
              <a:rPr lang="en-US" dirty="0" err="1" smtClean="0"/>
              <a:t>Provers</a:t>
            </a:r>
            <a:endParaRPr lang="en-US" dirty="0" smtClean="0"/>
          </a:p>
          <a:p>
            <a:r>
              <a:rPr lang="en-US" dirty="0" smtClean="0"/>
              <a:t>Bidirectional </a:t>
            </a:r>
            <a:r>
              <a:rPr lang="en-US" dirty="0" err="1" smtClean="0"/>
              <a:t>Provers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2133600" y="304800"/>
          <a:ext cx="5181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188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Objectives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Todd</dc:creator>
  <cp:lastModifiedBy>Todd</cp:lastModifiedBy>
  <cp:revision>33</cp:revision>
  <dcterms:created xsi:type="dcterms:W3CDTF">2014-01-28T01:03:56Z</dcterms:created>
  <dcterms:modified xsi:type="dcterms:W3CDTF">2014-01-28T06:04:58Z</dcterms:modified>
</cp:coreProperties>
</file>